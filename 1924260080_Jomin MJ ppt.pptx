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6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01EC2-34FC-4301-BEC6-C220C221341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C79ED-00B8-47E9-BD3C-099FC84F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67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4400" y="0"/>
            <a:ext cx="3657600" cy="6858000"/>
          </a:xfrm>
          <a:prstGeom prst="rect">
            <a:avLst/>
          </a:prstGeom>
          <a:solidFill>
            <a:srgbClr val="0F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34400" y="0"/>
            <a:ext cx="73152" cy="6858000"/>
          </a:xfrm>
          <a:prstGeom prst="rect">
            <a:avLst/>
          </a:prstGeom>
          <a:solidFill>
            <a:srgbClr val="2C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20200" y="6510655"/>
            <a:ext cx="5943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2CCDE0"/>
                </a:solidFill>
                <a:latin typeface="Aptos"/>
              </a:rPr>
              <a:t>PYTHON • CYBERSECURITY •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25702"/>
            <a:ext cx="658368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 dirty="0">
                <a:solidFill>
                  <a:srgbClr val="F7FAFC"/>
                </a:solidFill>
                <a:latin typeface="Aptos"/>
              </a:rPr>
              <a:t>PASSWORD MANAGER
&amp;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78608"/>
            <a:ext cx="6126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CCDE0"/>
                </a:solidFill>
                <a:latin typeface="Aptos"/>
              </a:rPr>
              <a:t>Secure • Smart •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6392"/>
            <a:ext cx="6309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B1C2D3"/>
                </a:solidFill>
                <a:latin typeface="Aptos"/>
              </a:rPr>
              <a:t>A Python-based password management system
for generating and securely managing credentials.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CCDE0"/>
                </a:solidFill>
                <a:latin typeface="Aptos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320" y="4711904"/>
            <a:ext cx="7223760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F7FAFC"/>
                </a:solidFill>
                <a:latin typeface="Aptos"/>
              </a:rPr>
              <a:t>Abubakar Siddiq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</a:t>
            </a:r>
            <a:r>
              <a:rPr sz="1400" b="1" dirty="0">
                <a:solidFill>
                  <a:srgbClr val="F7FAFC"/>
                </a:solidFill>
                <a:latin typeface="Aptos"/>
              </a:rPr>
              <a:t>  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1924260012</a:t>
            </a:r>
          </a:p>
          <a:p>
            <a:pPr algn="l"/>
            <a:r>
              <a:rPr sz="1400" b="1" dirty="0" err="1">
                <a:solidFill>
                  <a:srgbClr val="F7FAFC"/>
                </a:solidFill>
                <a:latin typeface="Aptos"/>
              </a:rPr>
              <a:t>Kavin</a:t>
            </a:r>
            <a:r>
              <a:rPr sz="1400" b="1" dirty="0">
                <a:solidFill>
                  <a:srgbClr val="F7FAFC"/>
                </a:solidFill>
                <a:latin typeface="Aptos"/>
              </a:rPr>
              <a:t> Raj  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                  1965260048</a:t>
            </a:r>
          </a:p>
          <a:p>
            <a:pPr algn="l"/>
            <a:r>
              <a:rPr sz="1400" b="1" dirty="0">
                <a:solidFill>
                  <a:srgbClr val="F7FAFC"/>
                </a:solidFill>
                <a:latin typeface="Aptos"/>
              </a:rPr>
              <a:t>Immanuel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                  1972260002</a:t>
            </a:r>
          </a:p>
          <a:p>
            <a:pPr algn="l"/>
            <a:r>
              <a:rPr sz="1400" b="1" dirty="0" err="1">
                <a:solidFill>
                  <a:srgbClr val="F7FAFC"/>
                </a:solidFill>
                <a:latin typeface="Aptos"/>
              </a:rPr>
              <a:t>Jomin</a:t>
            </a:r>
            <a:r>
              <a:rPr sz="1400" b="1" dirty="0">
                <a:solidFill>
                  <a:srgbClr val="F7FAFC"/>
                </a:solidFill>
                <a:latin typeface="Aptos"/>
              </a:rPr>
              <a:t> 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                          1924260080</a:t>
            </a:r>
          </a:p>
          <a:p>
            <a:pPr algn="l"/>
            <a:r>
              <a:rPr sz="1400" b="1" dirty="0">
                <a:solidFill>
                  <a:srgbClr val="F7FAFC"/>
                </a:solidFill>
                <a:latin typeface="Aptos"/>
              </a:rPr>
              <a:t> Mohamed Haneef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1925260004</a:t>
            </a:r>
            <a:endParaRPr sz="1400" b="1" dirty="0">
              <a:solidFill>
                <a:srgbClr val="F7FAFC"/>
              </a:solidFill>
              <a:latin typeface="Aptos"/>
            </a:endParaRPr>
          </a:p>
        </p:txBody>
      </p:sp>
      <p:sp>
        <p:nvSpPr>
          <p:cNvPr id="10" name="Arc 9"/>
          <p:cNvSpPr/>
          <p:nvPr/>
        </p:nvSpPr>
        <p:spPr>
          <a:xfrm>
            <a:off x="9692640" y="1783080"/>
            <a:ext cx="1706880" cy="1714500"/>
          </a:xfrm>
          <a:prstGeom prst="arc">
            <a:avLst/>
          </a:prstGeom>
          <a:noFill/>
          <a:ln w="114300">
            <a:solidFill>
              <a:srgbClr val="2C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70720" y="3017520"/>
            <a:ext cx="1950720" cy="1303020"/>
          </a:xfrm>
          <a:prstGeom prst="roundRect">
            <a:avLst/>
          </a:prstGeom>
          <a:solidFill>
            <a:srgbClr val="2C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63200" y="3360420"/>
            <a:ext cx="304800" cy="240030"/>
          </a:xfrm>
          <a:prstGeom prst="ellipse">
            <a:avLst/>
          </a:prstGeom>
          <a:solidFill>
            <a:srgbClr val="0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60736" y="3566160"/>
            <a:ext cx="109727" cy="308610"/>
          </a:xfrm>
          <a:prstGeom prst="rect">
            <a:avLst/>
          </a:prstGeom>
          <a:solidFill>
            <a:srgbClr val="0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64120" y="1570507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dirty="0">
                <a:solidFill>
                  <a:srgbClr val="2CCDE0"/>
                </a:solidFill>
                <a:latin typeface="Aptos"/>
              </a:rPr>
              <a:t>CYBERSECURITY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8272" y="1954530"/>
            <a:ext cx="35661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F7FAFC"/>
                </a:solidFill>
                <a:latin typeface="Aptos"/>
              </a:rPr>
              <a:t>PROTECT
YOUR DIGITAL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43" y="4466386"/>
            <a:ext cx="3657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dirty="0">
                <a:solidFill>
                  <a:srgbClr val="B1C2D3"/>
                </a:solidFill>
                <a:latin typeface="Aptos"/>
              </a:rPr>
              <a:t>GENERATE  •  ENCRYPT  • 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7150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CCDE0"/>
                </a:solidFill>
                <a:latin typeface="Aptos"/>
              </a:rPr>
              <a:t>Built with 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080760"/>
            <a:ext cx="5943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dirty="0">
                <a:solidFill>
                  <a:srgbClr val="B1C2D3"/>
                </a:solidFill>
                <a:latin typeface="Aptos"/>
              </a:rPr>
              <a:t>Password Manager &amp; Generator using Python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C4583E-9408-E835-ABBB-C5843407E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1" y="150090"/>
            <a:ext cx="853514" cy="11156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744F8E-A9DB-861A-17B1-A5DD12117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76" y="254843"/>
            <a:ext cx="3432345" cy="8169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E67576-68E9-7B5B-F615-AFC472C01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537" y="822317"/>
            <a:ext cx="3310415" cy="3779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376A955-D175-43CB-B974-4FE487DF2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481" y="334055"/>
            <a:ext cx="4227191" cy="917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C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CDE0"/>
                </a:solidFill>
                <a:latin typeface="Aptos"/>
              </a:rPr>
              <a:t>02  · 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932688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tx2"/>
                </a:solidFill>
                <a:latin typeface="Aptos"/>
              </a:rPr>
              <a:t>What Existing Approaches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9903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1C2D3"/>
                </a:solidFill>
                <a:latin typeface="Aptos"/>
              </a:rPr>
              <a:t>Key security principles that guide our Password Manager &amp; Generator.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21284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6712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Password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4203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1C2D3"/>
                </a:solidFill>
                <a:latin typeface="Aptos"/>
              </a:rPr>
              <a:t>Strong, unique passwords are important for reducing risks associated with weak or reused credentials.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205740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33288" y="221284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6712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Password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4203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1C2D3"/>
                </a:solidFill>
                <a:latin typeface="Aptos"/>
              </a:rPr>
              <a:t>Centralized credential storage helps users manage multiple website and application passwords.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4048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995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5020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Secure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2511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1C2D3"/>
                </a:solidFill>
                <a:latin typeface="Aptos"/>
              </a:rPr>
              <a:t>The project uses Python's secrets module to generate unpredictable passwords from selectable character sets.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384048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33288" y="3995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5020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Secure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2511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B1C2D3"/>
                </a:solidFill>
                <a:latin typeface="Aptos"/>
              </a:rPr>
              <a:t>The proposed design protects the local vault with encryption and uses a salted hash for master-password verification.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6235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PROJECT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97880"/>
            <a:ext cx="932688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chemeClr val="accent1">
                    <a:lumMod val="75000"/>
                  </a:schemeClr>
                </a:solidFill>
                <a:latin typeface="Aptos"/>
              </a:rPr>
              <a:t>Our project combines password generation, authentication, encrypted storage and credential management in one Python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GETTING STARTED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Password Manager?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person juggles dozens of online accounts — email, banking, social media, college portals. Reusing simple passwords across them is one of the biggest security risks a person can take. A Password Manager securely stores and retrieves logins; a Password Generator creates strong, random passwords on demand. This project combines both into one lightweight Python app.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Weak, reused or written-down passwords lead to account takeovers and data breaches.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simple, offline Python tool that generates strong passwords and stores them safely.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like secrets, string, hashlib and cryptography make secure password handling quick to build.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   ·   Slide 1 of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 &amp; Scope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as a lightweight command-line utility that demonstrates core security principles in a beginner-friendly way — ideal as an academic mini-project.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random passwords of customizable length, mixing letters, digits and symbols.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each password against a website/app name in an encrypted local vault.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&amp; Manage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update, copy or delete credentials — never exposed in plain text.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1B4F9C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chain is only as strong as its weakest link — in cybersecurity, that link is often a weak password.”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   ·   Slide 2 of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FF7E9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Libraries Used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is Structured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follows a clean, modular architecture — generating, encrypting, storing and retrieving passwords each live in their own function, keeping the codebase readable and easy to extend.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user commands: generate, save, search, or view saved entries.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engine builds random strings; the security engine hashes/encrypts data.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Access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encrypted local file holds the vault, gate-kept by one master password.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   ·   Slide 3 of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FF7E9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Libraries Used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TOOLKIT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Libraries Powering the Project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rich standard library, supplemented by a few well-tested cryptography packages, does almost all the heavy lifting.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strong randomness — safer than the plain random module.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/ hashlib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sets for passwords, plus one-way hashing to verify the master password.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(Fernet)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 that locks every stored password inside the vault file.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5FA637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“Good architecture separates what changes often from what should never change — security logic stays constant, the interface can evolve.”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   ·   Slide 4 of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DEEE3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E8752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7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Generator Module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E8752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CORE MODULE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Password Generator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is the heart of the tool — produce a password that is long, unpredictable and resistant to brute-force or dictionary attacks.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E8752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Pools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uppercase, lowercase, digits and symbols into one selectable pool.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E8752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Length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chooses length (typically 8–32 characters); longer = exponentially safer.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E8752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Randomness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secrets.choice() instead of random.choice() — output can't be predicted.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   ·   Slide 5 of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DEEE3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E8752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7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Generator Module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E8752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BEHIND THE CODE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Workflow, Step by Step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21231" y="3639312"/>
            <a:ext cx="8946490" cy="0"/>
          </a:xfrm>
          <a:prstGeom prst="line">
            <a:avLst/>
          </a:prstGeom>
          <a:noFill/>
          <a:ln w="25400">
            <a:solidFill>
              <a:srgbClr val="E8752C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1365199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65199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Preferences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&amp; character types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01822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01822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785262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Pool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85262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chosen character sets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38444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38444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21885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1885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chars until length is met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75066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75066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258507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58507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complexity rules are met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311689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311689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495130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95130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password, offer to save it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E8752C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“Randomness is the currency of security — the harder a password is to predict, the more valuable it is.”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   ·   Slide 6 of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&amp; Encryption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DATA SECURITY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Stored Passwords Safe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 strong password is only half the job — it must be stored so nobody, not even someone with file-system access, can read it directly.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saved password is encrypted (Fernet/AES) before it touches the disk.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Key Derivation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password is never stored — only its salted hash, used to derive the key.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Plain-Text Rule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saved password is ever written to disk in readable form.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   ·   Slide 7 of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&amp; Encryption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ACCESS CONTROL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Data Integrity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encryption, the system layers in checks so only the rightful user can unlock and use the vault.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Password Gate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only decrypts after the master password is verified against its hash.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Salting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random salt means identical passwords never produce identical hashes.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Friendly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encrypted vault file can be safely backed up — unreadable without the key.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1B4F9C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“Encryption turns your data into a locked box; the master password is the only key that fits.”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   ·   Slide 8 of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FF7E9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Applications &amp; Conclusion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HIGHLIGHTS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Real-World Applications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everything together, the finished tool offers a compact but genuinely useful feature set with clear real-world value.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Generation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create strong, unique passwords for any new account.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Vault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organize credentials for every website or app in one place.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Team Use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individuals, small teams, or as a security-fundamentals project.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   ·   Slide 9 of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F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2C5586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Applications &amp; Conclusion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WRAP-UP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Conclusion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how a handful of Python's standard and cryptography libraries can solve a genuine, everyday security problem.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Security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weak, reused passwords by making strong ones effortless to create.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manually inventing or recalling dozens of passwords.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Design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 GUI, browser integration, or cloud sync in future iterations.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2C5586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“Security is not a product, it is a habit — this project is a small step toward building that habit in code.”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   ·   Slide 10 of 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06389E-D8FA-1445-DE5C-FF5044A846A6}"/>
              </a:ext>
            </a:extLst>
          </p:cNvPr>
          <p:cNvSpPr txBox="1"/>
          <p:nvPr/>
        </p:nvSpPr>
        <p:spPr>
          <a:xfrm>
            <a:off x="711200" y="91440"/>
            <a:ext cx="449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u="sng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Demonstration:</a:t>
            </a:r>
            <a:endParaRPr lang="en-IN" b="1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70AF97-5D9D-3B6E-E828-B0FB97E87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46" y="950453"/>
            <a:ext cx="5969307" cy="55057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535E86-AF6F-366B-052C-6D555B9D0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560" y="1121911"/>
            <a:ext cx="5645440" cy="51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28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526026-D5ED-3E09-45CB-45614FB78665}"/>
              </a:ext>
            </a:extLst>
          </p:cNvPr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3" name="Image 0" descr="sse_logo.png">
            <a:extLst>
              <a:ext uri="{FF2B5EF4-FFF2-40B4-BE49-F238E27FC236}">
                <a16:creationId xmlns:a16="http://schemas.microsoft.com/office/drawing/2014/main" id="{D47C5A07-0BBB-A764-C2E1-F0766249D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502920" cy="661843"/>
          </a:xfrm>
          <a:prstGeom prst="rect">
            <a:avLst/>
          </a:prstGeom>
        </p:spPr>
      </p:pic>
      <p:pic>
        <p:nvPicPr>
          <p:cNvPr id="4" name="Image 1" descr="saveetha_badge.png">
            <a:extLst>
              <a:ext uri="{FF2B5EF4-FFF2-40B4-BE49-F238E27FC236}">
                <a16:creationId xmlns:a16="http://schemas.microsoft.com/office/drawing/2014/main" id="{83CD548C-1AD2-3611-1047-8DF346FA6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56032"/>
            <a:ext cx="685800" cy="68580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51413C30-7F5B-4244-64B6-608A41A7FD6D}"/>
              </a:ext>
            </a:extLst>
          </p:cNvPr>
          <p:cNvSpPr/>
          <p:nvPr/>
        </p:nvSpPr>
        <p:spPr>
          <a:xfrm>
            <a:off x="6126480" y="1554480"/>
            <a:ext cx="3108960" cy="3108960"/>
          </a:xfrm>
          <a:prstGeom prst="ellipse">
            <a:avLst/>
          </a:prstGeom>
          <a:solidFill>
            <a:srgbClr val="E06B2B">
              <a:alpha val="85000"/>
            </a:srgbClr>
          </a:solidFill>
          <a:ln/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983D7A-75C3-03A8-6EE9-0ED61490D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3" y="2700465"/>
            <a:ext cx="12162574" cy="1457070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6FA88C68-90C4-2B74-29D0-F787206DCE23}"/>
              </a:ext>
            </a:extLst>
          </p:cNvPr>
          <p:cNvSpPr/>
          <p:nvPr/>
        </p:nvSpPr>
        <p:spPr>
          <a:xfrm>
            <a:off x="8869680" y="3566160"/>
            <a:ext cx="3840480" cy="3840480"/>
          </a:xfrm>
          <a:prstGeom prst="ellipse">
            <a:avLst/>
          </a:prstGeom>
          <a:solidFill>
            <a:srgbClr val="1F5FA8">
              <a:alpha val="22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625758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1418</Words>
  <Application>Microsoft Office PowerPoint</Application>
  <PresentationFormat>Widescreen</PresentationFormat>
  <Paragraphs>223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Manager &amp; Generator using Python - Project Overview</dc:title>
  <dc:subject>PptxGenJS Presentation</dc:subject>
  <dc:creator>Abubakar Siddiq, Kavin Raj, Immanuel, Jomin, Mohamed Haneef</dc:creator>
  <cp:lastModifiedBy>Mohamed Haneef</cp:lastModifiedBy>
  <cp:revision>4</cp:revision>
  <dcterms:created xsi:type="dcterms:W3CDTF">2026-08-18T04:36:45Z</dcterms:created>
  <dcterms:modified xsi:type="dcterms:W3CDTF">2026-09-01T03:47:39Z</dcterms:modified>
</cp:coreProperties>
</file>